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9" r:id="rId28"/>
    <p:sldId id="284" r:id="rId29"/>
    <p:sldId id="287" r:id="rId30"/>
    <p:sldId id="288" r:id="rId31"/>
    <p:sldId id="285" r:id="rId32"/>
    <p:sldId id="286" r:id="rId33"/>
    <p:sldId id="264" r:id="rId34"/>
    <p:sldId id="265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7823DA-2890-46F1-880A-C26D5BCBB74C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925DF-26E3-418A-AA59-49964B636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283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44928-9634-4C91-A54F-7ED0573FB36C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984C5-364D-4BDD-A13D-A46842F19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814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44928-9634-4C91-A54F-7ED0573FB36C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984C5-364D-4BDD-A13D-A46842F19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055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44928-9634-4C91-A54F-7ED0573FB36C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984C5-364D-4BDD-A13D-A46842F19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025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44928-9634-4C91-A54F-7ED0573FB36C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984C5-364D-4BDD-A13D-A46842F19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426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44928-9634-4C91-A54F-7ED0573FB36C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984C5-364D-4BDD-A13D-A46842F19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1369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44928-9634-4C91-A54F-7ED0573FB36C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984C5-364D-4BDD-A13D-A46842F19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994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44928-9634-4C91-A54F-7ED0573FB36C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984C5-364D-4BDD-A13D-A46842F19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799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44928-9634-4C91-A54F-7ED0573FB36C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984C5-364D-4BDD-A13D-A46842F19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564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44928-9634-4C91-A54F-7ED0573FB36C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984C5-364D-4BDD-A13D-A46842F19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6032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44928-9634-4C91-A54F-7ED0573FB36C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984C5-364D-4BDD-A13D-A46842F19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92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44928-9634-4C91-A54F-7ED0573FB36C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984C5-364D-4BDD-A13D-A46842F19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052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D44928-9634-4C91-A54F-7ED0573FB36C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984C5-364D-4BDD-A13D-A46842F19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417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53272-BEFC-9089-173C-07496BEDB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36055"/>
            <a:ext cx="9144000" cy="821627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Testing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56313F-FD44-5FF9-026F-0ED455C14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02408" y="3711131"/>
            <a:ext cx="9144000" cy="1655762"/>
          </a:xfrm>
        </p:spPr>
        <p:txBody>
          <a:bodyPr>
            <a:normAutofit fontScale="92500" lnSpcReduction="10000"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  Sabari Sundar A R (Team Lead)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Abhijith Suresh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Dona Binu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Daniel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Pavun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 R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Sudharsen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 J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9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B5FC6-AFF7-FAB3-0405-96541D13A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677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589D96-61FA-893C-75CF-F699892831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3895" y="1433328"/>
            <a:ext cx="10962513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About the Project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involves comprehensive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testing of the website “www.mayoclinic.org”,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trusted healthcare platform offering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medical information and services.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 of Testing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verify the functionality and usability of key modules in the Mayo Clinic website such as: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		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7660BD-5162-24B3-A31C-265EBC9C2154}"/>
              </a:ext>
            </a:extLst>
          </p:cNvPr>
          <p:cNvSpPr txBox="1"/>
          <p:nvPr/>
        </p:nvSpPr>
        <p:spPr>
          <a:xfrm>
            <a:off x="683895" y="4434150"/>
            <a:ext cx="36936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Diseases &amp; Symptoms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a doctor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Search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33167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35819-E17B-5454-EA83-98B4A8EC6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11F68-3EAF-31C4-5F6F-97E194941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940" y="1212976"/>
            <a:ext cx="11030712" cy="5370704"/>
          </a:xfrm>
        </p:spPr>
        <p:txBody>
          <a:bodyPr>
            <a:normAutofit fontScale="3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Goal</a:t>
            </a:r>
            <a:b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validate the core functionalities of the Mayo Clinic website and ensure a seamless user experience across all modules.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5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</a:p>
          <a:p>
            <a:pPr>
              <a:lnSpc>
                <a:spcPct val="120000"/>
              </a:lnSpc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that users can </a:t>
            </a:r>
            <a:r>
              <a:rPr lang="en-US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and find doctors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efficiently.</a:t>
            </a:r>
          </a:p>
          <a:p>
            <a:pPr>
              <a:lnSpc>
                <a:spcPct val="120000"/>
              </a:lnSpc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</a:t>
            </a:r>
            <a:r>
              <a:rPr lang="en-US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search features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 accurately with filters and error handling.</a:t>
            </a:r>
          </a:p>
          <a:p>
            <a:pPr>
              <a:lnSpc>
                <a:spcPct val="120000"/>
              </a:lnSpc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 that users can </a:t>
            </a:r>
            <a:r>
              <a:rPr lang="en-US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donate securely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preferred payment methods.</a:t>
            </a:r>
          </a:p>
          <a:p>
            <a:pPr>
              <a:lnSpc>
                <a:spcPct val="120000"/>
              </a:lnSpc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</a:t>
            </a:r>
            <a:r>
              <a:rPr lang="en-US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and symptom search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detailed information and multilingual support.</a:t>
            </a:r>
          </a:p>
          <a:p>
            <a:pPr>
              <a:lnSpc>
                <a:spcPct val="120000"/>
              </a:lnSpc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  <a:r>
              <a:rPr lang="en-US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workflows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new users, including verification and category selection.</a:t>
            </a:r>
            <a:b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5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successfully execute a comprehensive manual testing cycle that identifies and documents functional issues and potential usability improvements in the Mayo Clinic website ensuring that the website is reliable and working as intended.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566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9F8AC-64D2-0851-EF4F-2D479E0C2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THE PROJECT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22B925-032D-73A0-FF3C-CCEF5FA147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1772" y="1483773"/>
            <a:ext cx="11268456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testing key functionalities of the website “www.mayoclinic.org”, a leading healthcare platform.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Modules Covered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Find a Doctor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Search by name, condition, or location.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Job Search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Explore career opportunities with filters.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Donation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Contribute securely to Mayo Clinic initiatives.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Diseases &amp; Symptoms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Access detailed disease information, procedures, and clinical trials.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 Registration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Register and verify details for personalized services.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Testing Approach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Validate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functional accuracy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each module.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Ensure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error handling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navigation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Confirm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transactions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6344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F1E07-BB06-4B3D-E6BD-BD42706B4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PROCESS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56AC34D-FA05-20BB-3C7D-498CFB8180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84887"/>
            <a:ext cx="7501128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Requirement Analysis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Review epics and user stories for each module.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Identify functional and non-functional requirements.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Test Planning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Define scope, objectives, and testing approach.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Prepare test strategy and resource allocation.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Test Case Design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Create detailed test cases for: 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Positive scenarios 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Negative scenarios 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Edge cases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Map test cases to user stories for coverage.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Test Environment Setup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Configure application environment.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Ensure data readiness and connectivity.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585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07907-7A3F-1148-3628-51F32641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F9402-A9D4-B563-F5A2-C2CC4006A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448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PROCESS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A63FCB7-BC03-D67E-FEF0-25383E75F1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97475"/>
            <a:ext cx="8625840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Test Execution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Perform functional testing for all modules.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Validate workflows, error handling, and UI behavior.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 Defect Reporting &amp; Tracking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Log defects in tracking tool.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Retest after fixes and perform regression testing.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7. Test Closure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Prepare test summary report.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Validate all objectives are met.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621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2A13-65BB-B2EF-1204-F8B6C63CD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TESTED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A3E3F8D-9D7C-1BB7-70B5-6DFDEC0B8E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0496" y="1938510"/>
            <a:ext cx="872642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Find a Doctor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Search by doctor’s name, condition/procedure, and location.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View doctor profiles and handle “No results” scenarios.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Job Search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Search jobs by title, location, and radius.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Apply filters and validate error messages for invalid searches.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Donation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Select or enter donation amount.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Choose payment method and complete secure transactions.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95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5AA40-B9A2-B814-96A0-BA5B27828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E9DFE-4062-CD40-959E-ED5688F39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TESTED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DEE7DE-6131-1511-8124-FE1EFDC0B1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13229"/>
            <a:ext cx="7388818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Diseases &amp; Symptoms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Search diseases and symptoms.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Access procedures, clinical trials, and multilingual descriptions.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anonymously with those in need.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User Registration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Select resident and account category.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Verify phone number and complete registration.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Contact Mayo Clinic for assistance.</a:t>
            </a:r>
          </a:p>
        </p:txBody>
      </p:sp>
    </p:spTree>
    <p:extLst>
      <p:ext uri="{BB962C8B-B14F-4D97-AF65-F5344CB8AC3E}">
        <p14:creationId xmlns:p14="http://schemas.microsoft.com/office/powerpoint/2010/main" val="2041263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72E23-F461-94FF-C9DF-F866FB0BC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EPICS AND USER STORIES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D3176D-4D8F-EF8E-C439-F3C6FDBC6B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44835"/>
            <a:ext cx="10515600" cy="19859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704CF4-A1E5-0638-9D11-D433B3D35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238540"/>
            <a:ext cx="10515600" cy="170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492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96A2C-61AE-7DD0-5F16-62915A3D1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653B8-83A0-75FA-1926-FD9C647E3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EPICS AND USER STORIES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9CB9142-3A33-3C2F-E725-05F8253A41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2747" y="1298131"/>
            <a:ext cx="9366505" cy="11045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C0DB0C1-9173-8348-4C6E-E888742CB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748" y="2651126"/>
            <a:ext cx="9366505" cy="17762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02DE776-49DB-2E27-723C-1D861D1E17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2746" y="4736762"/>
            <a:ext cx="9366505" cy="154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865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F7531-D2A5-F934-5A20-C4EFA7990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3CA56-DD25-C00C-347D-C6DFE5311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SCENARIOS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8E7D6E2-F13F-E9F3-D1D1-A3D1F113BB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9647" y="1344770"/>
            <a:ext cx="8072706" cy="4964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546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F9772-F097-2208-8807-422905BCA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8A001-DE93-CBEB-A649-DBFB894B8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SCENARIOS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0ECD061-AF91-61DD-70A8-7DDA901FD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4140" y="1286128"/>
            <a:ext cx="7723720" cy="5023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184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8AB81-38C3-D165-69D2-E29799CE7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78A44-3FFB-0BE5-CAA2-7E6B5D57B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SCENARIOS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EC0F8D8-0C28-7F27-44CA-268F561750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6805" y="1339686"/>
            <a:ext cx="6469337" cy="5143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11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74DE9-B02C-0C32-BD9B-53C732EA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CBD62-2EB0-72B3-5DC3-07CAEAC1D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CASES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C6661C4-2F49-FBCA-B303-AD4837931C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53930"/>
            <a:ext cx="10515600" cy="4298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737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8EDE8-3B9E-D9AD-C9CF-852CB5148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EAC28-E983-8A48-DBDC-168CA0EBE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CASES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A33A0EB-0873-7319-B82A-5A3DBB012A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1420" y="1107168"/>
            <a:ext cx="7849160" cy="552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79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7AA69-046C-AB3A-9EBD-51946EA1C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4BE3B-16AB-B160-3A72-6564F65B9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CASES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AC3E65A-FEE0-C2C8-F623-F9B23E1C0E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5410" y="1132116"/>
            <a:ext cx="8141179" cy="550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8252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D35F1-8151-190A-F26A-B371F4881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35091-D2B7-DE53-2FAC-A12BD45F0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CASES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6CD1847-6FD5-2F7D-E92A-878F22CAA2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5713" y="1259567"/>
            <a:ext cx="7840574" cy="538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20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0DF27-BF88-7510-A188-3C983BEB9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D3553-5A22-DDFC-10B8-6CAB504F2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CASES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7E504D7-600C-CBCA-263B-CD05943F06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8211" y="1138374"/>
            <a:ext cx="7955578" cy="5582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513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7CE03-EDEE-28B7-B831-2E5D2AA89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C7C57-74A6-D60A-7BD8-AEF75F33C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CASES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AF95946-8C2A-FFC5-1A48-934EF270F4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0424" y="1161597"/>
            <a:ext cx="9411152" cy="543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7993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DC0D5-DFA2-D41C-E316-F81CB80C5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436AE-36DB-4956-B436-129456E06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CASES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0233AC4-A9DF-263A-3A76-BB15EE2B7E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8300" y="1232154"/>
            <a:ext cx="8675399" cy="548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3028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D1184-32F1-1604-A9BC-B5E45A87C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EA077-0A03-2938-E000-EEE02AE9A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CASES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AB6246F-65EC-66AB-32B8-CCB5D529E4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6480" y="1216024"/>
            <a:ext cx="8434434" cy="5497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3647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F2E3D-6598-A8AD-F004-BD05992DA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ABA29-6232-9E87-D912-2800361CD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CASES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05BD945-21FD-2604-79A5-413254C244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44196"/>
            <a:ext cx="11049248" cy="5045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549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0A65D-02AA-25F1-9F35-C59983E88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A57D8-32F7-98DB-B005-51527232E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4832" y="368742"/>
            <a:ext cx="8022336" cy="548639"/>
          </a:xfrm>
        </p:spPr>
        <p:txBody>
          <a:bodyPr>
            <a:no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TRACEABILITY MATRIX</a:t>
            </a:r>
            <a:endParaRPr lang="en-IN" sz="3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D1A307-2744-8B9D-DFFE-6C9CF41B11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9601" y="1304416"/>
            <a:ext cx="6672798" cy="518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190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8C12E-2FA7-1725-8D82-FFBB77951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F8AB5-DE9C-FA25-935E-996B2D471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TRACEABILITY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endParaRPr lang="en-IN" sz="36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3CC03FD-02BF-70F4-4EE3-4CC54A2077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6810" y="1862633"/>
            <a:ext cx="8278380" cy="427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0706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12A16-4D6F-93B3-E76B-6783697A6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4825E-BCFE-E4C5-D992-64EF49664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TRACEABILITY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endParaRPr lang="en-IN" sz="36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A8E01AF-4803-BF9F-DD19-ACF32D4AFD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2802" y="1913801"/>
            <a:ext cx="8278380" cy="3097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4875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AE8A8-73D8-AEAA-7AAA-C7E6862A6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CB90D-6FD3-57D9-34B5-B32BED94F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SUMMARY REPORT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E4FDDAB-2508-6D05-2ECF-DC5F4C4CF4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4410" y="1268136"/>
            <a:ext cx="6843179" cy="5392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0383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E324C-4414-DD1B-441F-5025735EB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3B5E8-A3F3-32D8-0733-FBB54FB7C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ARTIFACTS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6ABB342-C4A3-E1BB-671A-8EBACE2336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57675"/>
            <a:ext cx="10515600" cy="408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5891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0B51E-1E66-841F-CBDA-4F62FD167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11417-3F28-3E12-1A41-FB6A1C0D2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JIRA – PRODUCT BACKLOG</a:t>
            </a:r>
            <a:endParaRPr lang="en-IN" dirty="0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1B54981-1D6B-3B32-CC22-8C16D447C1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877" y="1825625"/>
            <a:ext cx="8276245" cy="4351338"/>
          </a:xfrm>
        </p:spPr>
      </p:pic>
    </p:spTree>
    <p:extLst>
      <p:ext uri="{BB962C8B-B14F-4D97-AF65-F5344CB8AC3E}">
        <p14:creationId xmlns:p14="http://schemas.microsoft.com/office/powerpoint/2010/main" val="1013098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712E3-141B-8D28-F6E0-1A39BBA90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2B2C2-87CF-008B-E01C-1A11EB82B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JIRA – SPRINT BACKLOG</a:t>
            </a:r>
            <a:endParaRPr lang="en-IN" dirty="0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64F925-CBA3-E0C3-2FA6-21279F1852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877" y="1825625"/>
            <a:ext cx="8276245" cy="4351338"/>
          </a:xfrm>
        </p:spPr>
      </p:pic>
    </p:spTree>
    <p:extLst>
      <p:ext uri="{BB962C8B-B14F-4D97-AF65-F5344CB8AC3E}">
        <p14:creationId xmlns:p14="http://schemas.microsoft.com/office/powerpoint/2010/main" val="37943466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3C2B0-7BB2-62CC-AEA7-C12E47D06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25028-09AD-9DA6-ED6B-F2B6A0FFF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JIRA – DEFECTS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7837E7A-2790-849D-AAE2-258909F888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5742" y="1825625"/>
            <a:ext cx="804051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4971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2B661-ACC2-A338-98AB-BA23A9616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017C1-64C4-4764-B920-ED9EAF463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JIRA – TEST CASES</a:t>
            </a:r>
            <a:endParaRPr lang="en-IN" dirty="0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651C654-0FD2-D717-2094-4A0E45576D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877" y="1807337"/>
            <a:ext cx="8276245" cy="4351338"/>
          </a:xfrm>
        </p:spPr>
      </p:pic>
    </p:spTree>
    <p:extLst>
      <p:ext uri="{BB962C8B-B14F-4D97-AF65-F5344CB8AC3E}">
        <p14:creationId xmlns:p14="http://schemas.microsoft.com/office/powerpoint/2010/main" val="20743148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00EA5-9700-D209-D614-1E414975A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08EFC-F651-7614-11AB-B3D901A72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160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JIRA – TEST CYCLES</a:t>
            </a:r>
            <a:endParaRPr lang="en-IN" dirty="0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836D0C-16C5-B0A1-C4FD-C13D041D35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6697" y="1825625"/>
            <a:ext cx="8318606" cy="4351338"/>
          </a:xfrm>
        </p:spPr>
      </p:pic>
    </p:spTree>
    <p:extLst>
      <p:ext uri="{BB962C8B-B14F-4D97-AF65-F5344CB8AC3E}">
        <p14:creationId xmlns:p14="http://schemas.microsoft.com/office/powerpoint/2010/main" val="1699896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70E5C-CA7A-8ECE-90F6-7CFB82F22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ROLES AND RESPONSIBILITIES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16D88-BF20-EB81-5CD5-6208AC3AF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Sabari Sundar A R (Team Lead) – Diseases and symptoms module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Abhijith Suresh (Team member) – Find a doctor module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Dona Binu (Team member) – Job search module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Daniel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Pavun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 R (Team member) – Donation module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Sudharsen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 J (Team member) – User registration module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46772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BB4D5-34A0-9801-D752-BFA5F1894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75630-2042-3F60-45A2-20C4CCA1D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4497"/>
            <a:ext cx="1066495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executed a comprehensive manual testing cycle that identified and documented functional issues, inconsistencies, and potential usability improvements, contributing to a more reliable and user-centric web experience aligned with Mayo Clinic’s commitment to healthcare excellence.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895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693</TotalTime>
  <Words>807</Words>
  <Application>Microsoft Office PowerPoint</Application>
  <PresentationFormat>Widescreen</PresentationFormat>
  <Paragraphs>126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Aptos</vt:lpstr>
      <vt:lpstr>Arial</vt:lpstr>
      <vt:lpstr>Calibri</vt:lpstr>
      <vt:lpstr>Calibri Light</vt:lpstr>
      <vt:lpstr>Times New Roman</vt:lpstr>
      <vt:lpstr>Office 2013 - 2022 Theme</vt:lpstr>
      <vt:lpstr>Manual Testing Project</vt:lpstr>
      <vt:lpstr>INTRODUCTION</vt:lpstr>
      <vt:lpstr>OBJECTIVE</vt:lpstr>
      <vt:lpstr>ABOUT THE PROJECT</vt:lpstr>
      <vt:lpstr>TESTING PROCESS</vt:lpstr>
      <vt:lpstr>TESTING PROCESS</vt:lpstr>
      <vt:lpstr>MODULES TESTED</vt:lpstr>
      <vt:lpstr>MODULES TESTED</vt:lpstr>
      <vt:lpstr>EPICS AND USER STORIES</vt:lpstr>
      <vt:lpstr>EPICS AND USER STORIES</vt:lpstr>
      <vt:lpstr>TEST SCENARIOS</vt:lpstr>
      <vt:lpstr>TEST SCENARIOS</vt:lpstr>
      <vt:lpstr>TEST SCENARIOS</vt:lpstr>
      <vt:lpstr>TEST CASES</vt:lpstr>
      <vt:lpstr>TEST CASES</vt:lpstr>
      <vt:lpstr>TEST CASES</vt:lpstr>
      <vt:lpstr>TEST CASES</vt:lpstr>
      <vt:lpstr>TEST CASES</vt:lpstr>
      <vt:lpstr>TEST CASES</vt:lpstr>
      <vt:lpstr>TEST CASES</vt:lpstr>
      <vt:lpstr>TEST CASES</vt:lpstr>
      <vt:lpstr>TEST CASES</vt:lpstr>
      <vt:lpstr>REQUIREMENT TRACEABILITY MATRIX</vt:lpstr>
      <vt:lpstr>REQUIREMENT TRACEABILITY MATRIX</vt:lpstr>
      <vt:lpstr>REQUIREMENT TRACEABILITY MATRIX</vt:lpstr>
      <vt:lpstr>TEST SUMMARY REPORT</vt:lpstr>
      <vt:lpstr>JAVA ARTIFACTS</vt:lpstr>
      <vt:lpstr>JIRA – PRODUCT BACKLOG</vt:lpstr>
      <vt:lpstr>JIRA – SPRINT BACKLOG</vt:lpstr>
      <vt:lpstr>JIRA – DEFECTS</vt:lpstr>
      <vt:lpstr>JIRA – TEST CASES</vt:lpstr>
      <vt:lpstr>JIRA – TEST CYCLES</vt:lpstr>
      <vt:lpstr>ROLES AND RESPONSIBILITIES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Abhijith Suresh(UST-HealthProof,IN)</dc:creator>
  <cp:lastModifiedBy>Binu, Dona (IND)</cp:lastModifiedBy>
  <cp:revision>5</cp:revision>
  <dcterms:created xsi:type="dcterms:W3CDTF">2025-11-15T08:34:00Z</dcterms:created>
  <dcterms:modified xsi:type="dcterms:W3CDTF">2025-11-19T03:41:24Z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2025-11-15T09:10:32Z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3ed03320-cc3c-4d9a-b583-f1369c2c6cc0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